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3"/>
    <p:sldId id="258" r:id="rId4"/>
    <p:sldId id="257" r:id="rId5"/>
    <p:sldId id="260" r:id="rId6"/>
    <p:sldId id="261" r:id="rId7"/>
    <p:sldId id="259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p>
            <a:r>
              <a:rPr lang="en-US" altLang="ru-RU"/>
              <a:t>Kemerovo Real Estate Calculator</a:t>
            </a:r>
            <a:endParaRPr lang="en-US" alt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 altLang="en-US"/>
              <a:t>Бот</a:t>
            </a:r>
            <a:r>
              <a:rPr lang="en-US" altLang="ru-RU"/>
              <a:t> </a:t>
            </a:r>
            <a:r>
              <a:rPr lang="en-US" altLang="en-US"/>
              <a:t>для</a:t>
            </a:r>
            <a:r>
              <a:rPr lang="en-US" altLang="ru-RU"/>
              <a:t> </a:t>
            </a:r>
            <a:r>
              <a:rPr lang="en-US" altLang="en-US"/>
              <a:t>прогнозирования</a:t>
            </a:r>
            <a:r>
              <a:rPr lang="en-US" altLang="ru-RU"/>
              <a:t> </a:t>
            </a:r>
            <a:r>
              <a:rPr lang="en-US" altLang="en-US"/>
              <a:t>цен</a:t>
            </a:r>
            <a:r>
              <a:rPr lang="en-US" altLang="ru-RU"/>
              <a:t> </a:t>
            </a:r>
            <a:r>
              <a:rPr lang="en-US" altLang="en-US"/>
              <a:t>недвижимости</a:t>
            </a:r>
            <a:r>
              <a:rPr lang="en-US" altLang="ru-RU"/>
              <a:t> </a:t>
            </a:r>
            <a:r>
              <a:rPr lang="en-US" altLang="en-US"/>
              <a:t>Кемерово</a:t>
            </a:r>
            <a:endParaRPr lang="en-US" altLang="en-US"/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8103870" y="6489700"/>
            <a:ext cx="408813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/>
            <a:r>
              <a:rPr lang="ru-RU" altLang="en-US"/>
              <a:t>Выполнил</a:t>
            </a:r>
            <a:r>
              <a:rPr lang="en-US" altLang="ru-RU"/>
              <a:t>: </a:t>
            </a:r>
            <a:r>
              <a:rPr lang="ru-RU" altLang="ru-RU"/>
              <a:t>Золотенко Степан ИИ-9</a:t>
            </a:r>
            <a:endParaRPr lang="ru-RU" alt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 dirty="0" smtClean="0">
                <a:sym typeface="+mn-ea"/>
              </a:rPr>
              <a:t>Описание проекта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ru-RU" b="1">
                <a:sym typeface="+mn-ea"/>
              </a:rPr>
              <a:t>Kemerovo Real Estate Calculator</a:t>
            </a:r>
            <a:r>
              <a:rPr lang="en-US" altLang="ru-RU"/>
              <a:t> - </a:t>
            </a:r>
            <a:r>
              <a:rPr lang="en-US" altLang="en-US"/>
              <a:t>это</a:t>
            </a:r>
            <a:r>
              <a:rPr lang="en-US" altLang="ru-RU"/>
              <a:t> </a:t>
            </a:r>
            <a:r>
              <a:rPr lang="en-US" altLang="en-US"/>
              <a:t>интеллектуальный</a:t>
            </a:r>
            <a:r>
              <a:rPr lang="en-US" altLang="ru-RU"/>
              <a:t> </a:t>
            </a:r>
            <a:r>
              <a:rPr lang="en-US" altLang="en-US"/>
              <a:t>телеграм</a:t>
            </a:r>
            <a:r>
              <a:rPr lang="en-US" altLang="ru-RU"/>
              <a:t>-</a:t>
            </a:r>
            <a:r>
              <a:rPr lang="en-US" altLang="en-US"/>
              <a:t>бот</a:t>
            </a:r>
            <a:r>
              <a:rPr lang="en-US" altLang="ru-RU"/>
              <a:t> </a:t>
            </a:r>
            <a:r>
              <a:rPr lang="en-US" altLang="en-US"/>
              <a:t>для</a:t>
            </a:r>
            <a:r>
              <a:rPr lang="en-US" altLang="ru-RU"/>
              <a:t> </a:t>
            </a:r>
            <a:r>
              <a:rPr lang="en-US" altLang="en-US"/>
              <a:t>прогнозирования</a:t>
            </a:r>
            <a:r>
              <a:rPr lang="en-US" altLang="ru-RU"/>
              <a:t> </a:t>
            </a:r>
            <a:r>
              <a:rPr lang="en-US" altLang="en-US"/>
              <a:t>цен</a:t>
            </a:r>
            <a:r>
              <a:rPr lang="en-US" altLang="ru-RU"/>
              <a:t> </a:t>
            </a:r>
            <a:r>
              <a:rPr lang="en-US" altLang="en-US"/>
              <a:t>на</a:t>
            </a:r>
            <a:r>
              <a:rPr lang="en-US" altLang="ru-RU"/>
              <a:t> </a:t>
            </a:r>
            <a:r>
              <a:rPr lang="en-US" altLang="en-US"/>
              <a:t>недвижимость</a:t>
            </a:r>
            <a:r>
              <a:rPr lang="en-US" altLang="ru-RU"/>
              <a:t> </a:t>
            </a:r>
            <a:r>
              <a:rPr lang="en-US" altLang="en-US"/>
              <a:t>в</a:t>
            </a:r>
            <a:r>
              <a:rPr lang="en-US" altLang="ru-RU"/>
              <a:t> </a:t>
            </a:r>
            <a:r>
              <a:rPr lang="en-US" altLang="en-US"/>
              <a:t>городе</a:t>
            </a:r>
            <a:r>
              <a:rPr lang="en-US" altLang="ru-RU"/>
              <a:t> </a:t>
            </a:r>
            <a:r>
              <a:rPr lang="en-US" altLang="en-US"/>
              <a:t>Кемерово</a:t>
            </a:r>
            <a:r>
              <a:rPr lang="en-US" altLang="ru-RU"/>
              <a:t>. </a:t>
            </a:r>
            <a:r>
              <a:rPr lang="en-US" altLang="en-US"/>
              <a:t>Проект</a:t>
            </a:r>
            <a:r>
              <a:rPr lang="en-US" altLang="ru-RU"/>
              <a:t> </a:t>
            </a:r>
            <a:r>
              <a:rPr lang="en-US" altLang="en-US"/>
              <a:t>представляет</a:t>
            </a:r>
            <a:r>
              <a:rPr lang="en-US" altLang="ru-RU"/>
              <a:t> </a:t>
            </a:r>
            <a:r>
              <a:rPr lang="en-US" altLang="en-US"/>
              <a:t>собой</a:t>
            </a:r>
            <a:r>
              <a:rPr lang="en-US" altLang="ru-RU"/>
              <a:t> </a:t>
            </a:r>
            <a:r>
              <a:rPr lang="en-US" altLang="en-US"/>
              <a:t>комплексное</a:t>
            </a:r>
            <a:r>
              <a:rPr lang="en-US" altLang="ru-RU"/>
              <a:t> </a:t>
            </a:r>
            <a:r>
              <a:rPr lang="en-US" altLang="en-US"/>
              <a:t>решение</a:t>
            </a:r>
            <a:r>
              <a:rPr lang="en-US" altLang="ru-RU"/>
              <a:t>, </a:t>
            </a:r>
            <a:r>
              <a:rPr lang="en-US" altLang="en-US"/>
              <a:t>объединяющее</a:t>
            </a:r>
            <a:r>
              <a:rPr lang="en-US" altLang="ru-RU"/>
              <a:t> </a:t>
            </a:r>
            <a:r>
              <a:rPr lang="en-US" altLang="en-US"/>
              <a:t>технологии</a:t>
            </a:r>
            <a:r>
              <a:rPr lang="en-US" altLang="ru-RU"/>
              <a:t> </a:t>
            </a:r>
            <a:r>
              <a:rPr lang="en-US" altLang="en-US"/>
              <a:t>машинного</a:t>
            </a:r>
            <a:r>
              <a:rPr lang="en-US" altLang="ru-RU"/>
              <a:t> </a:t>
            </a:r>
            <a:r>
              <a:rPr lang="en-US" altLang="en-US"/>
              <a:t>обучения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удобный</a:t>
            </a:r>
            <a:r>
              <a:rPr lang="en-US" altLang="ru-RU"/>
              <a:t> </a:t>
            </a:r>
            <a:r>
              <a:rPr lang="en-US" altLang="en-US"/>
              <a:t>мессенджер</a:t>
            </a:r>
            <a:r>
              <a:rPr lang="en-US" altLang="ru-RU"/>
              <a:t>-</a:t>
            </a:r>
            <a:r>
              <a:rPr lang="en-US" altLang="en-US"/>
              <a:t>интерфейс</a:t>
            </a:r>
            <a:r>
              <a:rPr lang="en-US" altLang="ru-RU"/>
              <a:t>.</a:t>
            </a:r>
            <a:endParaRPr lang="en-US" alt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ru-RU" altLang="en-US"/>
              <a:t>Цель проекта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Создать</a:t>
            </a:r>
            <a:r>
              <a:rPr lang="en-US" altLang="ru-RU"/>
              <a:t> </a:t>
            </a:r>
            <a:r>
              <a:rPr lang="en-US" altLang="en-US"/>
              <a:t>бесплатный</a:t>
            </a:r>
            <a:r>
              <a:rPr lang="en-US" altLang="ru-RU"/>
              <a:t>, </a:t>
            </a:r>
            <a:r>
              <a:rPr lang="en-US" altLang="en-US"/>
              <a:t>точный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доступный</a:t>
            </a:r>
            <a:r>
              <a:rPr lang="en-US" altLang="ru-RU"/>
              <a:t> </a:t>
            </a:r>
            <a:r>
              <a:rPr lang="en-US" altLang="en-US"/>
              <a:t>инструмент</a:t>
            </a:r>
            <a:r>
              <a:rPr lang="en-US" altLang="ru-RU"/>
              <a:t> </a:t>
            </a:r>
            <a:r>
              <a:rPr lang="en-US" altLang="en-US"/>
              <a:t>для</a:t>
            </a:r>
            <a:r>
              <a:rPr lang="en-US" altLang="ru-RU"/>
              <a:t> </a:t>
            </a:r>
            <a:r>
              <a:rPr lang="en-US" altLang="en-US"/>
              <a:t>быстрой</a:t>
            </a:r>
            <a:r>
              <a:rPr lang="en-US" altLang="ru-RU"/>
              <a:t> </a:t>
            </a:r>
            <a:r>
              <a:rPr lang="en-US" altLang="en-US"/>
              <a:t>оценки</a:t>
            </a:r>
            <a:r>
              <a:rPr lang="en-US" altLang="ru-RU"/>
              <a:t> </a:t>
            </a:r>
            <a:r>
              <a:rPr lang="en-US" altLang="en-US"/>
              <a:t>стоимости</a:t>
            </a:r>
            <a:r>
              <a:rPr lang="en-US" altLang="ru-RU"/>
              <a:t> </a:t>
            </a:r>
            <a:r>
              <a:rPr lang="en-US" altLang="en-US"/>
              <a:t>недвижимости</a:t>
            </a:r>
            <a:r>
              <a:rPr lang="en-US" altLang="ru-RU"/>
              <a:t> </a:t>
            </a:r>
            <a:r>
              <a:rPr lang="en-US" altLang="en-US"/>
              <a:t>в</a:t>
            </a:r>
            <a:r>
              <a:rPr lang="en-US" altLang="ru-RU"/>
              <a:t> </a:t>
            </a:r>
            <a:r>
              <a:rPr lang="en-US" altLang="en-US"/>
              <a:t>Кемерово</a:t>
            </a:r>
            <a:r>
              <a:rPr lang="en-US" altLang="ru-RU"/>
              <a:t>, </a:t>
            </a:r>
            <a:r>
              <a:rPr lang="en-US" altLang="en-US"/>
              <a:t>который</a:t>
            </a:r>
            <a:r>
              <a:rPr lang="en-US" altLang="ru-RU"/>
              <a:t> </a:t>
            </a:r>
            <a:r>
              <a:rPr lang="en-US" altLang="en-US"/>
              <a:t>поможет</a:t>
            </a:r>
            <a:r>
              <a:rPr lang="en-US" altLang="ru-RU"/>
              <a:t> </a:t>
            </a:r>
            <a:r>
              <a:rPr lang="en-US" altLang="en-US"/>
              <a:t>пользователям</a:t>
            </a:r>
            <a:r>
              <a:rPr lang="en-US" altLang="ru-RU"/>
              <a:t> </a:t>
            </a:r>
            <a:r>
              <a:rPr lang="en-US" altLang="en-US"/>
              <a:t>принимать</a:t>
            </a:r>
            <a:r>
              <a:rPr lang="en-US" altLang="ru-RU"/>
              <a:t> </a:t>
            </a:r>
            <a:r>
              <a:rPr lang="en-US" altLang="en-US"/>
              <a:t>обоснованные</a:t>
            </a:r>
            <a:r>
              <a:rPr lang="en-US" altLang="ru-RU"/>
              <a:t> </a:t>
            </a:r>
            <a:r>
              <a:rPr lang="en-US" altLang="en-US"/>
              <a:t>финансовые</a:t>
            </a:r>
            <a:r>
              <a:rPr lang="en-US" altLang="ru-RU"/>
              <a:t> </a:t>
            </a:r>
            <a:r>
              <a:rPr lang="en-US" altLang="en-US"/>
              <a:t>решения</a:t>
            </a:r>
            <a:r>
              <a:rPr lang="en-US" altLang="ru-RU"/>
              <a:t>.</a:t>
            </a:r>
            <a:endParaRPr lang="en-US" alt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>
                <a:sym typeface="+mn-ea"/>
              </a:rPr>
              <a:t>Про</a:t>
            </a:r>
            <a:r>
              <a:rPr lang="ru-RU">
                <a:sym typeface="+mn-ea"/>
              </a:rPr>
              <a:t>блема</a:t>
            </a:r>
            <a:endParaRPr lang="ru-RU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47700" y="1336040"/>
            <a:ext cx="10515600" cy="4351338"/>
          </a:xfrm>
        </p:spPr>
        <p:txBody>
          <a:bodyPr>
            <a:noAutofit/>
          </a:bodyPr>
          <a:p>
            <a:r>
              <a:rPr lang="en-US" altLang="ru-RU" sz="2000"/>
              <a:t>• </a:t>
            </a:r>
            <a:r>
              <a:rPr lang="en-US" altLang="en-US" sz="2000"/>
              <a:t>Риелторы</a:t>
            </a:r>
            <a:r>
              <a:rPr lang="en-US" altLang="ru-RU" sz="2000"/>
              <a:t> </a:t>
            </a:r>
            <a:r>
              <a:rPr lang="en-US" altLang="en-US" sz="2000"/>
              <a:t>и</a:t>
            </a:r>
            <a:r>
              <a:rPr lang="en-US" altLang="ru-RU" sz="2000"/>
              <a:t> </a:t>
            </a:r>
            <a:r>
              <a:rPr lang="en-US" altLang="en-US" sz="2000"/>
              <a:t>продавцы</a:t>
            </a:r>
            <a:r>
              <a:rPr lang="en-US" altLang="ru-RU" sz="2000"/>
              <a:t> </a:t>
            </a:r>
            <a:r>
              <a:rPr lang="en-US" altLang="en-US" sz="2000"/>
              <a:t>владеют</a:t>
            </a:r>
            <a:r>
              <a:rPr lang="en-US" altLang="ru-RU" sz="2000"/>
              <a:t> </a:t>
            </a:r>
            <a:r>
              <a:rPr lang="en-US" altLang="en-US" sz="2000"/>
              <a:t>полной</a:t>
            </a:r>
            <a:r>
              <a:rPr lang="en-US" altLang="ru-RU" sz="2000"/>
              <a:t> </a:t>
            </a:r>
            <a:r>
              <a:rPr lang="en-US" altLang="en-US" sz="2000"/>
              <a:t>информацией</a:t>
            </a:r>
            <a:endParaRPr lang="en-US" altLang="en-US" sz="2000"/>
          </a:p>
          <a:p>
            <a:r>
              <a:rPr lang="en-US" altLang="ru-RU" sz="2000"/>
              <a:t>• </a:t>
            </a:r>
            <a:r>
              <a:rPr lang="en-US" altLang="en-US" sz="2000"/>
              <a:t>Покупатели</a:t>
            </a:r>
            <a:r>
              <a:rPr lang="en-US" altLang="ru-RU" sz="2000"/>
              <a:t>/</a:t>
            </a:r>
            <a:r>
              <a:rPr lang="en-US" altLang="en-US" sz="2000"/>
              <a:t>арендаторы</a:t>
            </a:r>
            <a:r>
              <a:rPr lang="en-US" altLang="ru-RU" sz="2000"/>
              <a:t> </a:t>
            </a:r>
            <a:r>
              <a:rPr lang="en-US" altLang="en-US" sz="2000"/>
              <a:t>действуют</a:t>
            </a:r>
            <a:r>
              <a:rPr lang="en-US" altLang="ru-RU" sz="2000"/>
              <a:t> </a:t>
            </a:r>
            <a:r>
              <a:rPr lang="en-US" altLang="en-US" sz="2000"/>
              <a:t>в</a:t>
            </a:r>
            <a:r>
              <a:rPr lang="en-US" altLang="ru-RU" sz="2000"/>
              <a:t> </a:t>
            </a:r>
            <a:r>
              <a:rPr lang="en-US" altLang="en-US" sz="2000"/>
              <a:t>условиях</a:t>
            </a:r>
            <a:r>
              <a:rPr lang="en-US" altLang="ru-RU" sz="2000"/>
              <a:t> </a:t>
            </a:r>
            <a:r>
              <a:rPr lang="en-US" altLang="en-US" sz="2000"/>
              <a:t>неполных</a:t>
            </a:r>
            <a:r>
              <a:rPr lang="en-US" altLang="ru-RU" sz="2000"/>
              <a:t> </a:t>
            </a:r>
            <a:r>
              <a:rPr lang="en-US" altLang="en-US" sz="2000"/>
              <a:t>данных</a:t>
            </a:r>
            <a:endParaRPr lang="en-US" altLang="en-US" sz="2000"/>
          </a:p>
          <a:p>
            <a:r>
              <a:rPr lang="en-US" altLang="ru-RU" sz="2000"/>
              <a:t>• </a:t>
            </a:r>
            <a:r>
              <a:rPr lang="en-US" altLang="en-US" sz="2000"/>
              <a:t>Разные</a:t>
            </a:r>
            <a:r>
              <a:rPr lang="en-US" altLang="ru-RU" sz="2000"/>
              <a:t> </a:t>
            </a:r>
            <a:r>
              <a:rPr lang="en-US" altLang="en-US" sz="2000"/>
              <a:t>цены</a:t>
            </a:r>
            <a:r>
              <a:rPr lang="en-US" altLang="ru-RU" sz="2000"/>
              <a:t> </a:t>
            </a:r>
            <a:r>
              <a:rPr lang="en-US" altLang="en-US" sz="2000"/>
              <a:t>у</a:t>
            </a:r>
            <a:r>
              <a:rPr lang="en-US" altLang="ru-RU" sz="2000"/>
              <a:t> </a:t>
            </a:r>
            <a:r>
              <a:rPr lang="en-US" altLang="en-US" sz="2000"/>
              <a:t>разных</a:t>
            </a:r>
            <a:r>
              <a:rPr lang="en-US" altLang="ru-RU" sz="2000"/>
              <a:t> </a:t>
            </a:r>
            <a:r>
              <a:rPr lang="en-US" altLang="en-US" sz="2000"/>
              <a:t>продавцов</a:t>
            </a:r>
            <a:r>
              <a:rPr lang="en-US" altLang="ru-RU" sz="2000"/>
              <a:t> </a:t>
            </a:r>
            <a:r>
              <a:rPr lang="en-US" altLang="en-US" sz="2000"/>
              <a:t>на</a:t>
            </a:r>
            <a:r>
              <a:rPr lang="en-US" altLang="ru-RU" sz="2000"/>
              <a:t> </a:t>
            </a:r>
            <a:r>
              <a:rPr lang="en-US" altLang="en-US" sz="2000"/>
              <a:t>одинаковые</a:t>
            </a:r>
            <a:r>
              <a:rPr lang="en-US" altLang="ru-RU" sz="2000"/>
              <a:t> </a:t>
            </a:r>
            <a:r>
              <a:rPr lang="en-US" altLang="en-US" sz="2000"/>
              <a:t>объекты</a:t>
            </a:r>
            <a:endParaRPr lang="en-US" altLang="en-US" sz="2000"/>
          </a:p>
          <a:p>
            <a:r>
              <a:rPr lang="en-US" altLang="ru-RU" sz="2000"/>
              <a:t>• </a:t>
            </a:r>
            <a:r>
              <a:rPr lang="en-US" altLang="en-US" sz="2000"/>
              <a:t>Скрытые</a:t>
            </a:r>
            <a:r>
              <a:rPr lang="en-US" altLang="ru-RU" sz="2000"/>
              <a:t> </a:t>
            </a:r>
            <a:r>
              <a:rPr lang="en-US" altLang="en-US" sz="2000"/>
              <a:t>накрутки</a:t>
            </a:r>
            <a:r>
              <a:rPr lang="en-US" altLang="ru-RU" sz="2000"/>
              <a:t> </a:t>
            </a:r>
            <a:r>
              <a:rPr lang="en-US" altLang="en-US" sz="2000"/>
              <a:t>и</a:t>
            </a:r>
            <a:r>
              <a:rPr lang="en-US" altLang="ru-RU" sz="2000"/>
              <a:t> </a:t>
            </a:r>
            <a:r>
              <a:rPr lang="en-US" altLang="en-US" sz="2000"/>
              <a:t>комиссии</a:t>
            </a:r>
            <a:endParaRPr lang="en-US" altLang="en-US" sz="2000"/>
          </a:p>
          <a:p>
            <a:endParaRPr lang="en-US" altLang="ru-RU" sz="2000"/>
          </a:p>
          <a:p>
            <a:r>
              <a:rPr lang="ru-RU" altLang="en-US" sz="2000" b="1"/>
              <a:t>Пример</a:t>
            </a:r>
            <a:r>
              <a:rPr lang="en-US" altLang="en-US" sz="2000"/>
              <a:t>:</a:t>
            </a:r>
            <a:endParaRPr lang="en-US" altLang="en-US" sz="2000"/>
          </a:p>
          <a:p>
            <a:r>
              <a:rPr lang="ru-RU" altLang="en-US" sz="2000"/>
              <a:t>О</a:t>
            </a:r>
            <a:r>
              <a:rPr lang="en-US" altLang="en-US" sz="2000"/>
              <a:t>дна</a:t>
            </a:r>
            <a:r>
              <a:rPr lang="en-US" altLang="ru-RU" sz="2000"/>
              <a:t> </a:t>
            </a:r>
            <a:r>
              <a:rPr lang="en-US" altLang="en-US" sz="2000"/>
              <a:t>и</a:t>
            </a:r>
            <a:r>
              <a:rPr lang="en-US" altLang="ru-RU" sz="2000"/>
              <a:t> </a:t>
            </a:r>
            <a:r>
              <a:rPr lang="en-US" altLang="en-US" sz="2000"/>
              <a:t>та</a:t>
            </a:r>
            <a:r>
              <a:rPr lang="en-US" altLang="ru-RU" sz="2000"/>
              <a:t> </a:t>
            </a:r>
            <a:r>
              <a:rPr lang="en-US" altLang="en-US" sz="2000"/>
              <a:t>же</a:t>
            </a:r>
            <a:r>
              <a:rPr lang="en-US" altLang="ru-RU" sz="2000"/>
              <a:t> 2-</a:t>
            </a:r>
            <a:r>
              <a:rPr lang="en-US" altLang="en-US" sz="2000"/>
              <a:t>комнатная</a:t>
            </a:r>
            <a:r>
              <a:rPr lang="en-US" altLang="ru-RU" sz="2000"/>
              <a:t> </a:t>
            </a:r>
            <a:r>
              <a:rPr lang="en-US" altLang="en-US" sz="2000"/>
              <a:t>квартира</a:t>
            </a:r>
            <a:r>
              <a:rPr lang="en-US" altLang="ru-RU" sz="2000"/>
              <a:t> </a:t>
            </a:r>
            <a:r>
              <a:rPr lang="en-US" altLang="en-US" sz="2000"/>
              <a:t>в</a:t>
            </a:r>
            <a:r>
              <a:rPr lang="en-US" altLang="ru-RU" sz="2000"/>
              <a:t> </a:t>
            </a:r>
            <a:r>
              <a:rPr lang="en-US" altLang="en-US" sz="2000"/>
              <a:t>Центральном</a:t>
            </a:r>
            <a:r>
              <a:rPr lang="en-US" altLang="ru-RU" sz="2000"/>
              <a:t> </a:t>
            </a:r>
            <a:r>
              <a:rPr lang="en-US" altLang="en-US" sz="2000"/>
              <a:t>районе</a:t>
            </a:r>
            <a:r>
              <a:rPr lang="en-US" altLang="ru-RU" sz="2000"/>
              <a:t>:</a:t>
            </a:r>
            <a:endParaRPr lang="en-US" altLang="ru-RU" sz="2000"/>
          </a:p>
          <a:p>
            <a:r>
              <a:rPr lang="en-US" altLang="ru-RU" sz="2000"/>
              <a:t>• </a:t>
            </a:r>
            <a:r>
              <a:rPr lang="en-US" altLang="en-US" sz="2000"/>
              <a:t>У</a:t>
            </a:r>
            <a:r>
              <a:rPr lang="en-US" altLang="ru-RU" sz="2000"/>
              <a:t> </a:t>
            </a:r>
            <a:r>
              <a:rPr lang="en-US" altLang="en-US" sz="2000"/>
              <a:t>одного</a:t>
            </a:r>
            <a:r>
              <a:rPr lang="en-US" altLang="ru-RU" sz="2000"/>
              <a:t> </a:t>
            </a:r>
            <a:r>
              <a:rPr lang="en-US" altLang="en-US" sz="2000"/>
              <a:t>риелтора</a:t>
            </a:r>
            <a:r>
              <a:rPr lang="en-US" altLang="ru-RU" sz="2000"/>
              <a:t>: 7 500 000 </a:t>
            </a:r>
            <a:r>
              <a:rPr lang="en-US" altLang="en-US" sz="2000"/>
              <a:t>руб</a:t>
            </a:r>
            <a:endParaRPr lang="en-US" altLang="en-US" sz="2000"/>
          </a:p>
          <a:p>
            <a:r>
              <a:rPr lang="en-US" altLang="ru-RU" sz="2000"/>
              <a:t>• </a:t>
            </a:r>
            <a:r>
              <a:rPr lang="en-US" altLang="en-US" sz="2000"/>
              <a:t>У</a:t>
            </a:r>
            <a:r>
              <a:rPr lang="en-US" altLang="ru-RU" sz="2000"/>
              <a:t> </a:t>
            </a:r>
            <a:r>
              <a:rPr lang="en-US" altLang="en-US" sz="2000"/>
              <a:t>другого</a:t>
            </a:r>
            <a:r>
              <a:rPr lang="en-US" altLang="ru-RU" sz="2000"/>
              <a:t> </a:t>
            </a:r>
            <a:r>
              <a:rPr lang="en-US" altLang="en-US" sz="2000"/>
              <a:t>риелтора</a:t>
            </a:r>
            <a:r>
              <a:rPr lang="en-US" altLang="ru-RU" sz="2000"/>
              <a:t>: 8 200 000 </a:t>
            </a:r>
            <a:r>
              <a:rPr lang="en-US" altLang="en-US" sz="2000"/>
              <a:t>руб</a:t>
            </a:r>
            <a:r>
              <a:rPr lang="en-US" altLang="ru-RU" sz="2000"/>
              <a:t>  </a:t>
            </a:r>
            <a:endParaRPr lang="en-US" altLang="ru-RU" sz="2000"/>
          </a:p>
          <a:p>
            <a:r>
              <a:rPr lang="en-US" altLang="ru-RU" sz="2000"/>
              <a:t>• </a:t>
            </a:r>
            <a:r>
              <a:rPr lang="en-US" altLang="en-US" sz="2000"/>
              <a:t>На</a:t>
            </a:r>
            <a:r>
              <a:rPr lang="en-US" altLang="ru-RU" sz="2000"/>
              <a:t> </a:t>
            </a:r>
            <a:r>
              <a:rPr lang="en-US" altLang="en-US" sz="2000"/>
              <a:t>Авито</a:t>
            </a:r>
            <a:r>
              <a:rPr lang="en-US" altLang="ru-RU" sz="2000"/>
              <a:t>: 6 900 000 </a:t>
            </a:r>
            <a:r>
              <a:rPr lang="en-US" altLang="en-US" sz="2000"/>
              <a:t>руб</a:t>
            </a:r>
            <a:endParaRPr lang="en-US" altLang="en-US" sz="2000"/>
          </a:p>
          <a:p>
            <a:r>
              <a:rPr lang="en-US" altLang="ru-RU" sz="2000"/>
              <a:t>• </a:t>
            </a:r>
            <a:r>
              <a:rPr lang="en-US" altLang="en-US" sz="2000"/>
              <a:t>Реальная</a:t>
            </a:r>
            <a:r>
              <a:rPr lang="en-US" altLang="ru-RU" sz="2000"/>
              <a:t> </a:t>
            </a:r>
            <a:r>
              <a:rPr lang="en-US" altLang="en-US" sz="2000"/>
              <a:t>рыночная</a:t>
            </a:r>
            <a:r>
              <a:rPr lang="en-US" altLang="ru-RU" sz="2000"/>
              <a:t> </a:t>
            </a:r>
            <a:r>
              <a:rPr lang="en-US" altLang="en-US" sz="2000"/>
              <a:t>стоимость</a:t>
            </a:r>
            <a:r>
              <a:rPr lang="en-US" altLang="ru-RU" sz="2000"/>
              <a:t>: ~7 300 000 </a:t>
            </a:r>
            <a:r>
              <a:rPr lang="en-US" altLang="en-US" sz="2000"/>
              <a:t>руб</a:t>
            </a:r>
            <a:endParaRPr lang="en-US" altLang="en-US"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Преимущества</a:t>
            </a:r>
            <a:endParaRPr lang="en-US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 b="1"/>
              <a:t>Бесплатно</a:t>
            </a:r>
            <a:r>
              <a:rPr lang="en-US" altLang="ru-RU" b="1"/>
              <a:t> </a:t>
            </a:r>
            <a:r>
              <a:rPr lang="en-US" altLang="ru-RU"/>
              <a:t>- </a:t>
            </a:r>
            <a:r>
              <a:rPr lang="en-US" altLang="en-US"/>
              <a:t>не</a:t>
            </a:r>
            <a:r>
              <a:rPr lang="en-US" altLang="ru-RU"/>
              <a:t> </a:t>
            </a:r>
            <a:r>
              <a:rPr lang="en-US" altLang="en-US"/>
              <a:t>нужно</a:t>
            </a:r>
            <a:r>
              <a:rPr lang="en-US" altLang="ru-RU"/>
              <a:t> </a:t>
            </a:r>
            <a:r>
              <a:rPr lang="en-US" altLang="en-US"/>
              <a:t>платить</a:t>
            </a:r>
            <a:endParaRPr lang="en-US" altLang="en-US"/>
          </a:p>
          <a:p>
            <a:r>
              <a:rPr lang="en-US" altLang="en-US" b="1"/>
              <a:t>Быстро</a:t>
            </a:r>
            <a:r>
              <a:rPr lang="en-US" altLang="ru-RU" b="1"/>
              <a:t> </a:t>
            </a:r>
            <a:r>
              <a:rPr lang="en-US" altLang="ru-RU"/>
              <a:t>- </a:t>
            </a:r>
            <a:r>
              <a:rPr lang="ru-RU" altLang="en-US"/>
              <a:t>меньше </a:t>
            </a:r>
            <a:r>
              <a:rPr lang="en-US" altLang="ru-RU"/>
              <a:t>30 </a:t>
            </a:r>
            <a:r>
              <a:rPr lang="en-US" altLang="en-US"/>
              <a:t>секунд</a:t>
            </a:r>
            <a:r>
              <a:rPr lang="en-US" altLang="ru-RU"/>
              <a:t> </a:t>
            </a:r>
            <a:r>
              <a:rPr lang="en-US" altLang="en-US"/>
              <a:t>на</a:t>
            </a:r>
            <a:r>
              <a:rPr lang="en-US" altLang="ru-RU"/>
              <a:t> </a:t>
            </a:r>
            <a:r>
              <a:rPr lang="en-US" altLang="en-US"/>
              <a:t>расч</a:t>
            </a:r>
            <a:r>
              <a:rPr lang="ru-RU" altLang="en-US"/>
              <a:t>ё</a:t>
            </a:r>
            <a:r>
              <a:rPr lang="en-US" altLang="en-US"/>
              <a:t>т</a:t>
            </a:r>
            <a:endParaRPr lang="en-US" altLang="en-US"/>
          </a:p>
          <a:p>
            <a:r>
              <a:rPr lang="en-US" altLang="en-US" b="1"/>
              <a:t>Точно</a:t>
            </a:r>
            <a:r>
              <a:rPr lang="en-US" altLang="ru-RU" b="1"/>
              <a:t> </a:t>
            </a:r>
            <a:r>
              <a:rPr lang="en-US" altLang="ru-RU"/>
              <a:t>- </a:t>
            </a:r>
            <a:r>
              <a:rPr lang="en-US" altLang="en-US"/>
              <a:t>нейросеть</a:t>
            </a:r>
            <a:r>
              <a:rPr lang="en-US" altLang="ru-RU"/>
              <a:t>, </a:t>
            </a:r>
            <a:r>
              <a:rPr lang="en-US" altLang="en-US"/>
              <a:t>а</a:t>
            </a:r>
            <a:r>
              <a:rPr lang="en-US" altLang="ru-RU"/>
              <a:t> </a:t>
            </a:r>
            <a:r>
              <a:rPr lang="en-US" altLang="en-US"/>
              <a:t>не</a:t>
            </a:r>
            <a:r>
              <a:rPr lang="en-US" altLang="ru-RU"/>
              <a:t> "</a:t>
            </a:r>
            <a:r>
              <a:rPr lang="en-US" altLang="en-US"/>
              <a:t>на</a:t>
            </a:r>
            <a:r>
              <a:rPr lang="en-US" altLang="ru-RU"/>
              <a:t> </a:t>
            </a:r>
            <a:r>
              <a:rPr lang="en-US" altLang="en-US"/>
              <a:t>глаз</a:t>
            </a:r>
            <a:r>
              <a:rPr lang="en-US" altLang="ru-RU"/>
              <a:t>"</a:t>
            </a:r>
            <a:endParaRPr lang="en-US" altLang="ru-RU"/>
          </a:p>
          <a:p>
            <a:r>
              <a:rPr lang="en-US" altLang="en-US" b="1"/>
              <a:t>Удобно</a:t>
            </a:r>
            <a:r>
              <a:rPr lang="en-US" altLang="ru-RU" b="1"/>
              <a:t> </a:t>
            </a:r>
            <a:r>
              <a:rPr lang="en-US" altLang="ru-RU"/>
              <a:t>- </a:t>
            </a:r>
            <a:r>
              <a:rPr lang="en-US" altLang="en-US"/>
              <a:t>прямо</a:t>
            </a:r>
            <a:r>
              <a:rPr lang="en-US" altLang="ru-RU"/>
              <a:t> </a:t>
            </a:r>
            <a:r>
              <a:rPr lang="en-US" altLang="en-US"/>
              <a:t>в</a:t>
            </a:r>
            <a:r>
              <a:rPr lang="en-US" altLang="ru-RU"/>
              <a:t> Telegram</a:t>
            </a:r>
            <a:endParaRPr lang="en-US" altLang="ru-RU"/>
          </a:p>
          <a:p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ru-RU" altLang="en-US"/>
              <a:t>Что может бот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Аренда</a:t>
            </a:r>
            <a:r>
              <a:rPr lang="en-US" altLang="ru-RU"/>
              <a:t> - </a:t>
            </a:r>
            <a:r>
              <a:rPr lang="en-US" altLang="en-US"/>
              <a:t>стоимость</a:t>
            </a:r>
            <a:r>
              <a:rPr lang="en-US" altLang="ru-RU"/>
              <a:t> </a:t>
            </a:r>
            <a:r>
              <a:rPr lang="en-US" altLang="en-US"/>
              <a:t>в</a:t>
            </a:r>
            <a:r>
              <a:rPr lang="en-US" altLang="ru-RU"/>
              <a:t> </a:t>
            </a:r>
            <a:r>
              <a:rPr lang="en-US" altLang="en-US"/>
              <a:t>месяц</a:t>
            </a:r>
            <a:endParaRPr lang="en-US" altLang="en-US"/>
          </a:p>
          <a:p>
            <a:r>
              <a:rPr lang="en-US" altLang="en-US"/>
              <a:t>Покупка</a:t>
            </a:r>
            <a:r>
              <a:rPr lang="en-US" altLang="ru-RU"/>
              <a:t> - </a:t>
            </a:r>
            <a:r>
              <a:rPr lang="en-US" altLang="en-US"/>
              <a:t>полная</a:t>
            </a:r>
            <a:r>
              <a:rPr lang="en-US" altLang="ru-RU"/>
              <a:t> </a:t>
            </a:r>
            <a:r>
              <a:rPr lang="en-US" altLang="en-US"/>
              <a:t>стоимость</a:t>
            </a:r>
            <a:r>
              <a:rPr lang="en-US" altLang="ru-RU"/>
              <a:t>  </a:t>
            </a:r>
            <a:endParaRPr lang="en-US" altLang="ru-RU"/>
          </a:p>
          <a:p>
            <a:r>
              <a:rPr lang="en-US" altLang="en-US"/>
              <a:t>Сравнение</a:t>
            </a:r>
            <a:r>
              <a:rPr lang="en-US" altLang="ru-RU"/>
              <a:t> - </a:t>
            </a:r>
            <a:r>
              <a:rPr lang="en-US" altLang="en-US"/>
              <a:t>аренда</a:t>
            </a:r>
            <a:r>
              <a:rPr lang="en-US" altLang="ru-RU"/>
              <a:t> vs </a:t>
            </a:r>
            <a:r>
              <a:rPr lang="en-US" altLang="en-US"/>
              <a:t>покупка</a:t>
            </a:r>
            <a:endParaRPr lang="en-US" altLang="en-US"/>
          </a:p>
          <a:p>
            <a:r>
              <a:rPr lang="en-US" altLang="en-US"/>
              <a:t>Карта</a:t>
            </a:r>
            <a:r>
              <a:rPr lang="en-US" altLang="ru-RU"/>
              <a:t> </a:t>
            </a:r>
            <a:r>
              <a:rPr lang="en-US" altLang="en-US"/>
              <a:t>районов</a:t>
            </a:r>
            <a:r>
              <a:rPr lang="en-US" altLang="ru-RU"/>
              <a:t> </a:t>
            </a:r>
            <a:r>
              <a:rPr lang="en-US" altLang="en-US"/>
              <a:t>Кемерово</a:t>
            </a:r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en-US"/>
              <a:t>Что</a:t>
            </a:r>
            <a:r>
              <a:rPr lang="en-US" altLang="ru-RU"/>
              <a:t> </a:t>
            </a:r>
            <a:r>
              <a:rPr lang="en-US" altLang="en-US"/>
              <a:t>учитывается</a:t>
            </a:r>
            <a:endParaRPr lang="en-US" altLang="ru-RU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ru-RU"/>
              <a:t>• </a:t>
            </a:r>
            <a:r>
              <a:rPr lang="en-US" altLang="en-US"/>
              <a:t>Район</a:t>
            </a:r>
            <a:r>
              <a:rPr lang="en-US" altLang="ru-RU"/>
              <a:t> (</a:t>
            </a:r>
            <a:r>
              <a:rPr lang="en-US" altLang="en-US"/>
              <a:t>сам</a:t>
            </a:r>
            <a:r>
              <a:rPr lang="ru-RU" altLang="en-US"/>
              <a:t>ое</a:t>
            </a:r>
            <a:r>
              <a:rPr lang="en-US" altLang="ru-RU"/>
              <a:t> </a:t>
            </a:r>
            <a:r>
              <a:rPr lang="en-US" altLang="en-US"/>
              <a:t>важн</a:t>
            </a:r>
            <a:r>
              <a:rPr lang="ru-RU" altLang="en-US"/>
              <a:t>ое</a:t>
            </a:r>
            <a:r>
              <a:rPr lang="en-US" altLang="ru-RU"/>
              <a:t>)</a:t>
            </a:r>
            <a:endParaRPr lang="en-US" altLang="ru-RU"/>
          </a:p>
          <a:p>
            <a:r>
              <a:rPr lang="en-US" altLang="ru-RU"/>
              <a:t>• </a:t>
            </a:r>
            <a:r>
              <a:rPr lang="en-US" altLang="en-US"/>
              <a:t>Площадь</a:t>
            </a:r>
            <a:r>
              <a:rPr lang="en-US" altLang="ru-RU"/>
              <a:t> </a:t>
            </a:r>
            <a:r>
              <a:rPr lang="en-US" altLang="en-US"/>
              <a:t>квартиры</a:t>
            </a:r>
            <a:endParaRPr lang="en-US" altLang="en-US"/>
          </a:p>
          <a:p>
            <a:r>
              <a:rPr lang="en-US" altLang="ru-RU"/>
              <a:t>• </a:t>
            </a:r>
            <a:r>
              <a:rPr lang="en-US" altLang="en-US"/>
              <a:t>Количество</a:t>
            </a:r>
            <a:r>
              <a:rPr lang="en-US" altLang="ru-RU"/>
              <a:t> </a:t>
            </a:r>
            <a:r>
              <a:rPr lang="en-US" altLang="en-US"/>
              <a:t>комнат</a:t>
            </a:r>
            <a:endParaRPr lang="en-US" altLang="en-US"/>
          </a:p>
          <a:p>
            <a:r>
              <a:rPr lang="en-US" altLang="ru-RU"/>
              <a:t>• </a:t>
            </a:r>
            <a:r>
              <a:rPr lang="en-US" altLang="en-US"/>
              <a:t>Тип</a:t>
            </a:r>
            <a:r>
              <a:rPr lang="en-US" altLang="ru-RU"/>
              <a:t> </a:t>
            </a:r>
            <a:r>
              <a:rPr lang="en-US" altLang="en-US"/>
              <a:t>ремонта</a:t>
            </a:r>
            <a:endParaRPr lang="en-US" altLang="en-US"/>
          </a:p>
          <a:p>
            <a:r>
              <a:rPr lang="en-US" altLang="ru-RU"/>
              <a:t>• </a:t>
            </a:r>
            <a:r>
              <a:rPr lang="en-US" altLang="en-US"/>
              <a:t>Возраст</a:t>
            </a:r>
            <a:r>
              <a:rPr lang="en-US" altLang="ru-RU"/>
              <a:t> </a:t>
            </a:r>
            <a:r>
              <a:rPr lang="en-US" altLang="en-US"/>
              <a:t>дома</a:t>
            </a:r>
            <a:endParaRPr lang="en-US" altLang="en-US"/>
          </a:p>
          <a:p>
            <a:r>
              <a:rPr lang="en-US" altLang="ru-RU"/>
              <a:t>• </a:t>
            </a:r>
            <a:r>
              <a:rPr lang="en-US" altLang="en-US"/>
              <a:t>Наличие</a:t>
            </a:r>
            <a:r>
              <a:rPr lang="en-US" altLang="ru-RU"/>
              <a:t> </a:t>
            </a:r>
            <a:r>
              <a:rPr lang="en-US" altLang="en-US"/>
              <a:t>парковки</a:t>
            </a:r>
            <a:endParaRPr lang="en-US" altLang="en-US"/>
          </a:p>
          <a:p>
            <a:r>
              <a:rPr lang="en-US" altLang="ru-RU"/>
              <a:t>• </a:t>
            </a:r>
            <a:r>
              <a:rPr lang="en-US" altLang="en-US"/>
              <a:t>Расстояние</a:t>
            </a:r>
            <a:r>
              <a:rPr lang="en-US" altLang="ru-RU"/>
              <a:t> </a:t>
            </a:r>
            <a:r>
              <a:rPr lang="en-US" altLang="en-US"/>
              <a:t>до</a:t>
            </a:r>
            <a:r>
              <a:rPr lang="en-US" altLang="ru-RU"/>
              <a:t> </a:t>
            </a:r>
            <a:r>
              <a:rPr lang="en-US" altLang="en-US"/>
              <a:t>центра</a:t>
            </a:r>
            <a:endParaRPr lang="en-US" altLang="en-US"/>
          </a:p>
          <a:p>
            <a:r>
              <a:rPr lang="en-US" altLang="ru-RU"/>
              <a:t>• </a:t>
            </a:r>
            <a:r>
              <a:rPr lang="en-US" altLang="en-US"/>
              <a:t>Еще</a:t>
            </a:r>
            <a:r>
              <a:rPr lang="en-US" altLang="ru-RU"/>
              <a:t> </a:t>
            </a:r>
            <a:r>
              <a:rPr lang="ru-RU" altLang="en-US"/>
              <a:t>5</a:t>
            </a:r>
            <a:r>
              <a:rPr lang="en-US" altLang="ru-RU"/>
              <a:t>+ </a:t>
            </a:r>
            <a:r>
              <a:rPr lang="en-US" altLang="en-US"/>
              <a:t>параметров</a:t>
            </a:r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Расчёт по районам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ЦЕНТРАЛЬНЫЙ</a:t>
            </a:r>
            <a:r>
              <a:rPr lang="en-US" altLang="ru-RU"/>
              <a:t> - </a:t>
            </a:r>
            <a:r>
              <a:rPr lang="en-US" altLang="en-US"/>
              <a:t>самый</a:t>
            </a:r>
            <a:r>
              <a:rPr lang="en-US" altLang="ru-RU"/>
              <a:t> </a:t>
            </a:r>
            <a:r>
              <a:rPr lang="en-US" altLang="en-US"/>
              <a:t>дорогой</a:t>
            </a:r>
            <a:endParaRPr lang="en-US" altLang="en-US"/>
          </a:p>
          <a:p>
            <a:r>
              <a:rPr lang="en-US" altLang="en-US"/>
              <a:t>ЛЕНИНСКИЙ</a:t>
            </a:r>
            <a:r>
              <a:rPr lang="en-US" altLang="ru-RU"/>
              <a:t> - </a:t>
            </a:r>
            <a:r>
              <a:rPr lang="en-US" altLang="en-US"/>
              <a:t>дорогой</a:t>
            </a:r>
            <a:endParaRPr lang="en-US" altLang="en-US"/>
          </a:p>
          <a:p>
            <a:r>
              <a:rPr lang="en-US" altLang="en-US"/>
              <a:t>РУДНИЧНЫЙ</a:t>
            </a:r>
            <a:r>
              <a:rPr lang="en-US" altLang="ru-RU"/>
              <a:t> - </a:t>
            </a:r>
            <a:r>
              <a:rPr lang="en-US" altLang="en-US"/>
              <a:t>средняя</a:t>
            </a:r>
            <a:r>
              <a:rPr lang="en-US" altLang="ru-RU"/>
              <a:t> </a:t>
            </a:r>
            <a:r>
              <a:rPr lang="en-US" altLang="en-US"/>
              <a:t>цена</a:t>
            </a:r>
            <a:endParaRPr lang="en-US" altLang="en-US"/>
          </a:p>
          <a:p>
            <a:r>
              <a:rPr lang="en-US" altLang="en-US"/>
              <a:t>ЗАВОДСКИЙ</a:t>
            </a:r>
            <a:r>
              <a:rPr lang="en-US" altLang="ru-RU"/>
              <a:t> - </a:t>
            </a:r>
            <a:r>
              <a:rPr lang="en-US" altLang="en-US"/>
              <a:t>доступный</a:t>
            </a:r>
            <a:endParaRPr lang="en-US" altLang="en-US"/>
          </a:p>
          <a:p>
            <a:r>
              <a:rPr lang="en-US" altLang="en-US"/>
              <a:t>КИРОВСКИЙ</a:t>
            </a:r>
            <a:r>
              <a:rPr lang="en-US" altLang="ru-RU"/>
              <a:t> - </a:t>
            </a:r>
            <a:r>
              <a:rPr lang="en-US" altLang="en-US"/>
              <a:t>самый</a:t>
            </a:r>
            <a:r>
              <a:rPr lang="en-US" altLang="ru-RU"/>
              <a:t> </a:t>
            </a:r>
            <a:r>
              <a:rPr lang="en-US" altLang="en-US"/>
              <a:t>доступный</a:t>
            </a:r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Пример</a:t>
            </a:r>
            <a:r>
              <a:rPr lang="en-US" altLang="ru-RU"/>
              <a:t> </a:t>
            </a:r>
            <a:r>
              <a:rPr lang="en-US" altLang="en-US"/>
              <a:t>расчета</a:t>
            </a:r>
            <a:endParaRPr lang="en-US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47700" y="1268730"/>
            <a:ext cx="10515600" cy="4908550"/>
          </a:xfrm>
        </p:spPr>
        <p:txBody>
          <a:bodyPr>
            <a:noAutofit/>
          </a:bodyPr>
          <a:p>
            <a:r>
              <a:rPr lang="en-US" altLang="en-US" sz="2400" b="1"/>
              <a:t>КВАРТИРА</a:t>
            </a:r>
            <a:r>
              <a:rPr lang="en-US" altLang="ru-RU" sz="2400" b="1"/>
              <a:t>:</a:t>
            </a:r>
            <a:endParaRPr lang="en-US" altLang="ru-RU" sz="2400" b="1"/>
          </a:p>
          <a:p>
            <a:r>
              <a:rPr lang="en-US" altLang="ru-RU" sz="2400"/>
              <a:t>• </a:t>
            </a:r>
            <a:r>
              <a:rPr lang="en-US" altLang="en-US" sz="2400"/>
              <a:t>Район</a:t>
            </a:r>
            <a:r>
              <a:rPr lang="en-US" altLang="ru-RU" sz="2400"/>
              <a:t>: </a:t>
            </a:r>
            <a:r>
              <a:rPr lang="en-US" altLang="en-US" sz="2400"/>
              <a:t>Центральный</a:t>
            </a:r>
            <a:endParaRPr lang="en-US" altLang="en-US" sz="2400"/>
          </a:p>
          <a:p>
            <a:r>
              <a:rPr lang="en-US" altLang="ru-RU" sz="2400"/>
              <a:t>• </a:t>
            </a:r>
            <a:r>
              <a:rPr lang="en-US" altLang="en-US" sz="2400"/>
              <a:t>Площадь</a:t>
            </a:r>
            <a:r>
              <a:rPr lang="en-US" altLang="ru-RU" sz="2400"/>
              <a:t>: 65 </a:t>
            </a:r>
            <a:r>
              <a:rPr lang="en-US" altLang="en-US" sz="2400"/>
              <a:t>м²</a:t>
            </a:r>
            <a:endParaRPr lang="en-US" altLang="en-US" sz="2400"/>
          </a:p>
          <a:p>
            <a:r>
              <a:rPr lang="en-US" altLang="ru-RU" sz="2400"/>
              <a:t>• </a:t>
            </a:r>
            <a:r>
              <a:rPr lang="en-US" altLang="en-US" sz="2400"/>
              <a:t>Комнат</a:t>
            </a:r>
            <a:r>
              <a:rPr lang="en-US" altLang="ru-RU" sz="2400"/>
              <a:t>: 3</a:t>
            </a:r>
            <a:endParaRPr lang="en-US" altLang="ru-RU" sz="2400"/>
          </a:p>
          <a:p>
            <a:r>
              <a:rPr lang="en-US" altLang="ru-RU" sz="2400"/>
              <a:t>• </a:t>
            </a:r>
            <a:r>
              <a:rPr lang="en-US" altLang="en-US" sz="2400"/>
              <a:t>Ремонт</a:t>
            </a:r>
            <a:r>
              <a:rPr lang="en-US" altLang="ru-RU" sz="2400"/>
              <a:t>: </a:t>
            </a:r>
            <a:r>
              <a:rPr lang="en-US" altLang="en-US" sz="2400"/>
              <a:t>Евро</a:t>
            </a:r>
            <a:endParaRPr lang="en-US" altLang="en-US" sz="2400"/>
          </a:p>
          <a:p>
            <a:endParaRPr lang="en-US" altLang="ru-RU" sz="2400"/>
          </a:p>
          <a:p>
            <a:r>
              <a:rPr lang="en-US" altLang="en-US" sz="2400" b="1"/>
              <a:t>РЕЗУЛЬТАТ</a:t>
            </a:r>
            <a:r>
              <a:rPr lang="en-US" altLang="ru-RU" sz="2400" b="1"/>
              <a:t>:</a:t>
            </a:r>
            <a:endParaRPr lang="en-US" altLang="ru-RU" sz="2400"/>
          </a:p>
          <a:p>
            <a:r>
              <a:rPr lang="en-US" altLang="ru-RU" sz="2400"/>
              <a:t>• </a:t>
            </a:r>
            <a:r>
              <a:rPr lang="en-US" altLang="en-US" sz="2400"/>
              <a:t>Прогноз</a:t>
            </a:r>
            <a:r>
              <a:rPr lang="en-US" altLang="ru-RU" sz="2400"/>
              <a:t>: 8 500 000 </a:t>
            </a:r>
            <a:r>
              <a:rPr lang="en-US" altLang="en-US" sz="2400"/>
              <a:t>руб</a:t>
            </a:r>
            <a:endParaRPr lang="en-US" altLang="en-US" sz="2400"/>
          </a:p>
          <a:p>
            <a:r>
              <a:rPr lang="en-US" altLang="ru-RU" sz="2400"/>
              <a:t>• </a:t>
            </a:r>
            <a:r>
              <a:rPr lang="en-US" altLang="en-US" sz="2400"/>
              <a:t>Диапазон</a:t>
            </a:r>
            <a:r>
              <a:rPr lang="en-US" altLang="ru-RU" sz="2400"/>
              <a:t>: 7,6-9,3 </a:t>
            </a:r>
            <a:r>
              <a:rPr lang="en-US" altLang="en-US" sz="2400"/>
              <a:t>млн</a:t>
            </a:r>
            <a:endParaRPr lang="en-US" altLang="en-US" sz="2400"/>
          </a:p>
          <a:p>
            <a:r>
              <a:rPr lang="en-US" altLang="ru-RU" sz="2400"/>
              <a:t>• </a:t>
            </a:r>
            <a:r>
              <a:rPr lang="en-US" altLang="en-US" sz="2400"/>
              <a:t>Цена</a:t>
            </a:r>
            <a:r>
              <a:rPr lang="en-US" altLang="ru-RU" sz="2400"/>
              <a:t> </a:t>
            </a:r>
            <a:r>
              <a:rPr lang="en-US" altLang="en-US" sz="2400"/>
              <a:t>за</a:t>
            </a:r>
            <a:r>
              <a:rPr lang="en-US" altLang="ru-RU" sz="2400"/>
              <a:t> </a:t>
            </a:r>
            <a:r>
              <a:rPr lang="en-US" altLang="en-US" sz="2400"/>
              <a:t>м²</a:t>
            </a:r>
            <a:r>
              <a:rPr lang="en-US" altLang="ru-RU" sz="2400"/>
              <a:t>: 130 769 </a:t>
            </a:r>
            <a:r>
              <a:rPr lang="en-US" altLang="en-US" sz="2400"/>
              <a:t>руб</a:t>
            </a:r>
            <a:endParaRPr lang="en-US" altLang="en-US" sz="2400"/>
          </a:p>
          <a:p>
            <a:r>
              <a:rPr lang="en-US" altLang="ru-RU" sz="2400"/>
              <a:t>• </a:t>
            </a:r>
            <a:r>
              <a:rPr lang="en-US" altLang="en-US" sz="2400"/>
              <a:t>Точность</a:t>
            </a:r>
            <a:r>
              <a:rPr lang="en-US" altLang="ru-RU" sz="2400"/>
              <a:t>: 87%</a:t>
            </a:r>
            <a:endParaRPr lang="en-US" altLang="ru-RU"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ru-RU">
                <a:sym typeface="+mn-ea"/>
              </a:rPr>
              <a:t>Пример сравнения аренда или покупка</a:t>
            </a:r>
            <a:r>
              <a:rPr lang="en-US" altLang="ru-RU">
                <a:sym typeface="+mn-ea"/>
              </a:rPr>
              <a:t>: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47700" y="1268730"/>
            <a:ext cx="10515600" cy="4908550"/>
          </a:xfrm>
        </p:spPr>
        <p:txBody>
          <a:bodyPr>
            <a:normAutofit/>
          </a:bodyPr>
          <a:p>
            <a:r>
              <a:rPr lang="en-US" altLang="en-US" sz="3200"/>
              <a:t>Квартира</a:t>
            </a:r>
            <a:r>
              <a:rPr lang="en-US" altLang="ru-RU" sz="3200"/>
              <a:t> 60 </a:t>
            </a:r>
            <a:r>
              <a:rPr lang="en-US" altLang="en-US" sz="3200"/>
              <a:t>м²</a:t>
            </a:r>
            <a:r>
              <a:rPr lang="en-US" altLang="ru-RU" sz="3200"/>
              <a:t>, </a:t>
            </a:r>
            <a:r>
              <a:rPr lang="en-US" altLang="en-US" sz="3200"/>
              <a:t>Центральный</a:t>
            </a:r>
            <a:endParaRPr lang="en-US" altLang="en-US" sz="3200"/>
          </a:p>
          <a:p>
            <a:endParaRPr lang="en-US" altLang="ru-RU" sz="3200"/>
          </a:p>
          <a:p>
            <a:r>
              <a:rPr lang="en-US" altLang="en-US" sz="3200"/>
              <a:t>Аренда</a:t>
            </a:r>
            <a:r>
              <a:rPr lang="en-US" altLang="ru-RU" sz="3200"/>
              <a:t>: 28 000 </a:t>
            </a:r>
            <a:r>
              <a:rPr lang="en-US" altLang="en-US" sz="3200"/>
              <a:t>руб</a:t>
            </a:r>
            <a:r>
              <a:rPr lang="en-US" altLang="ru-RU" sz="3200"/>
              <a:t>/</a:t>
            </a:r>
            <a:r>
              <a:rPr lang="en-US" altLang="en-US" sz="3200"/>
              <a:t>мес</a:t>
            </a:r>
            <a:endParaRPr lang="en-US" altLang="en-US" sz="3200"/>
          </a:p>
          <a:p>
            <a:r>
              <a:rPr lang="en-US" altLang="en-US" sz="3200"/>
              <a:t>Покупка</a:t>
            </a:r>
            <a:r>
              <a:rPr lang="en-US" altLang="ru-RU" sz="3200"/>
              <a:t>: 7 200 000 </a:t>
            </a:r>
            <a:r>
              <a:rPr lang="en-US" altLang="en-US" sz="3200"/>
              <a:t>руб</a:t>
            </a:r>
            <a:endParaRPr lang="en-US" altLang="en-US" sz="3200"/>
          </a:p>
          <a:p>
            <a:endParaRPr lang="en-US" altLang="ru-RU" sz="3200"/>
          </a:p>
          <a:p>
            <a:r>
              <a:rPr lang="en-US" altLang="en-US" sz="3200"/>
              <a:t>АНАЛИЗ</a:t>
            </a:r>
            <a:r>
              <a:rPr lang="en-US" altLang="ru-RU" sz="3200"/>
              <a:t>:</a:t>
            </a:r>
            <a:endParaRPr lang="en-US" altLang="ru-RU" sz="3200"/>
          </a:p>
          <a:p>
            <a:r>
              <a:rPr lang="en-US" altLang="ru-RU" sz="3200"/>
              <a:t>• </a:t>
            </a:r>
            <a:r>
              <a:rPr lang="en-US" altLang="en-US" sz="3200"/>
              <a:t>Покупка</a:t>
            </a:r>
            <a:r>
              <a:rPr lang="en-US" altLang="ru-RU" sz="3200"/>
              <a:t> = 21 </a:t>
            </a:r>
            <a:r>
              <a:rPr lang="en-US" altLang="en-US" sz="3200"/>
              <a:t>год</a:t>
            </a:r>
            <a:r>
              <a:rPr lang="en-US" altLang="ru-RU" sz="3200"/>
              <a:t> </a:t>
            </a:r>
            <a:r>
              <a:rPr lang="en-US" altLang="en-US" sz="3200"/>
              <a:t>аренды</a:t>
            </a:r>
            <a:endParaRPr lang="en-US" altLang="en-US" sz="3200"/>
          </a:p>
          <a:p>
            <a:r>
              <a:rPr lang="en-US" altLang="ru-RU" sz="3200"/>
              <a:t>• </a:t>
            </a:r>
            <a:r>
              <a:rPr lang="en-US" altLang="en-US" sz="3200"/>
              <a:t>Рекомендация</a:t>
            </a:r>
            <a:r>
              <a:rPr lang="en-US" altLang="ru-RU" sz="3200"/>
              <a:t>: </a:t>
            </a:r>
            <a:r>
              <a:rPr lang="en-US" altLang="en-US" sz="3200"/>
              <a:t>оба</a:t>
            </a:r>
            <a:r>
              <a:rPr lang="en-US" altLang="ru-RU" sz="3200"/>
              <a:t> </a:t>
            </a:r>
            <a:r>
              <a:rPr lang="en-US" altLang="en-US" sz="3200"/>
              <a:t>варианта</a:t>
            </a:r>
            <a:endParaRPr lang="en-US" altLang="en-US" sz="3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Точность</a:t>
            </a:r>
            <a:r>
              <a:rPr lang="en-US" altLang="ru-RU"/>
              <a:t> </a:t>
            </a:r>
            <a:r>
              <a:rPr lang="en-US" altLang="en-US"/>
              <a:t>прогнозов</a:t>
            </a:r>
            <a:endParaRPr lang="en-US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ru-RU"/>
              <a:t>• </a:t>
            </a:r>
            <a:r>
              <a:rPr lang="en-US" altLang="en-US"/>
              <a:t>Средняя</a:t>
            </a:r>
            <a:r>
              <a:rPr lang="en-US" altLang="ru-RU"/>
              <a:t> </a:t>
            </a:r>
            <a:r>
              <a:rPr lang="en-US" altLang="en-US"/>
              <a:t>ошибка</a:t>
            </a:r>
            <a:r>
              <a:rPr lang="en-US" altLang="ru-RU"/>
              <a:t>: 10-15%</a:t>
            </a:r>
            <a:endParaRPr lang="en-US" altLang="ru-RU"/>
          </a:p>
          <a:p>
            <a:r>
              <a:rPr lang="en-US" altLang="ru-RU"/>
              <a:t>• </a:t>
            </a:r>
            <a:r>
              <a:rPr lang="en-US" altLang="en-US"/>
              <a:t>Коэффициент</a:t>
            </a:r>
            <a:r>
              <a:rPr lang="en-US" altLang="ru-RU"/>
              <a:t> R</a:t>
            </a:r>
            <a:r>
              <a:rPr lang="en-US" altLang="en-US"/>
              <a:t>²</a:t>
            </a:r>
            <a:r>
              <a:rPr lang="en-US" altLang="ru-RU"/>
              <a:t>: 0.85-0.90</a:t>
            </a:r>
            <a:endParaRPr lang="en-US" altLang="ru-RU"/>
          </a:p>
          <a:p>
            <a:r>
              <a:rPr lang="en-US" altLang="ru-RU"/>
              <a:t>• </a:t>
            </a:r>
            <a:r>
              <a:rPr lang="en-US" altLang="en-US"/>
              <a:t>Время</a:t>
            </a:r>
            <a:r>
              <a:rPr lang="en-US" altLang="ru-RU"/>
              <a:t> </a:t>
            </a:r>
            <a:r>
              <a:rPr lang="en-US" altLang="en-US"/>
              <a:t>расчета</a:t>
            </a:r>
            <a:r>
              <a:rPr lang="en-US" altLang="ru-RU"/>
              <a:t>: &lt;2 </a:t>
            </a:r>
            <a:r>
              <a:rPr lang="en-US" altLang="en-US"/>
              <a:t>секунд</a:t>
            </a:r>
            <a:endParaRPr lang="en-US" altLang="en-US"/>
          </a:p>
          <a:p>
            <a:r>
              <a:rPr lang="en-US" altLang="ru-RU"/>
              <a:t>• </a:t>
            </a:r>
            <a:r>
              <a:rPr lang="en-US" altLang="en-US"/>
              <a:t>Обучение</a:t>
            </a:r>
            <a:r>
              <a:rPr lang="en-US" altLang="ru-RU"/>
              <a:t> </a:t>
            </a:r>
            <a:r>
              <a:rPr lang="en-US" altLang="en-US"/>
              <a:t>на</a:t>
            </a:r>
            <a:r>
              <a:rPr lang="en-US" altLang="ru-RU"/>
              <a:t> 1500+ </a:t>
            </a:r>
            <a:r>
              <a:rPr lang="en-US" altLang="en-US"/>
              <a:t>примерах</a:t>
            </a:r>
            <a:endParaRPr lang="ru-RU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Простота</a:t>
            </a:r>
            <a:r>
              <a:rPr lang="en-US" altLang="ru-RU"/>
              <a:t> </a:t>
            </a:r>
            <a:r>
              <a:rPr lang="en-US" altLang="en-US"/>
              <a:t>использования</a:t>
            </a:r>
            <a:endParaRPr lang="en-US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/>
              <a:t>Найти</a:t>
            </a:r>
            <a:r>
              <a:rPr lang="en-US" altLang="ru-RU" sz="3200"/>
              <a:t> </a:t>
            </a:r>
            <a:r>
              <a:rPr lang="en-US" altLang="en-US" sz="3200"/>
              <a:t>бота</a:t>
            </a:r>
            <a:r>
              <a:rPr lang="en-US" altLang="ru-RU" sz="3200"/>
              <a:t> </a:t>
            </a:r>
            <a:r>
              <a:rPr lang="en-US" altLang="en-US" sz="3200"/>
              <a:t>в</a:t>
            </a:r>
            <a:r>
              <a:rPr lang="en-US" altLang="ru-RU" sz="3200"/>
              <a:t> Telegram</a:t>
            </a:r>
            <a:endParaRPr lang="en-US" altLang="ru-RU" sz="32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/>
              <a:t>Выбрать</a:t>
            </a:r>
            <a:r>
              <a:rPr lang="en-US" altLang="ru-RU" sz="3200"/>
              <a:t> </a:t>
            </a:r>
            <a:r>
              <a:rPr lang="en-US" altLang="en-US" sz="3200"/>
              <a:t>тип</a:t>
            </a:r>
            <a:r>
              <a:rPr lang="en-US" altLang="ru-RU" sz="3200"/>
              <a:t> </a:t>
            </a:r>
            <a:r>
              <a:rPr lang="en-US" altLang="en-US" sz="3200"/>
              <a:t>расчета</a:t>
            </a:r>
            <a:endParaRPr lang="en-US" altLang="en-US" sz="32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/>
              <a:t>Ввести</a:t>
            </a:r>
            <a:r>
              <a:rPr lang="en-US" altLang="ru-RU" sz="3200"/>
              <a:t> </a:t>
            </a:r>
            <a:r>
              <a:rPr lang="en-US" altLang="en-US" sz="3200"/>
              <a:t>параметры</a:t>
            </a:r>
            <a:r>
              <a:rPr lang="en-US" altLang="ru-RU" sz="3200"/>
              <a:t> </a:t>
            </a:r>
            <a:r>
              <a:rPr lang="en-US" altLang="en-US" sz="3200"/>
              <a:t>квартиры</a:t>
            </a:r>
            <a:endParaRPr lang="en-US" altLang="en-US" sz="32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altLang="en-US" sz="3200"/>
              <a:t>Получить результат с советами</a:t>
            </a:r>
            <a:endParaRPr lang="ru-RU" altLang="en-US" sz="3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Пользователи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ru-RU" sz="3200"/>
              <a:t>• </a:t>
            </a:r>
            <a:r>
              <a:rPr lang="en-US" altLang="en-US" sz="3200"/>
              <a:t>Покупатели</a:t>
            </a:r>
            <a:r>
              <a:rPr lang="en-US" altLang="ru-RU" sz="3200"/>
              <a:t> </a:t>
            </a:r>
            <a:r>
              <a:rPr lang="en-US" altLang="en-US" sz="3200"/>
              <a:t>квартир</a:t>
            </a:r>
            <a:endParaRPr lang="en-US" altLang="en-US" sz="3200"/>
          </a:p>
          <a:p>
            <a:r>
              <a:rPr lang="en-US" altLang="ru-RU" sz="3200"/>
              <a:t>• </a:t>
            </a:r>
            <a:r>
              <a:rPr lang="en-US" altLang="en-US" sz="3200"/>
              <a:t>Арендаторы</a:t>
            </a:r>
            <a:r>
              <a:rPr lang="en-US" altLang="ru-RU" sz="3200"/>
              <a:t> </a:t>
            </a:r>
            <a:r>
              <a:rPr lang="en-US" altLang="en-US" sz="3200"/>
              <a:t>жилья</a:t>
            </a:r>
            <a:r>
              <a:rPr lang="en-US" altLang="ru-RU" sz="3200"/>
              <a:t>  </a:t>
            </a:r>
            <a:endParaRPr lang="en-US" altLang="ru-RU" sz="3200"/>
          </a:p>
          <a:p>
            <a:r>
              <a:rPr lang="en-US" altLang="ru-RU" sz="3200"/>
              <a:t>• </a:t>
            </a:r>
            <a:r>
              <a:rPr lang="en-US" altLang="en-US" sz="3200"/>
              <a:t>Продавцы</a:t>
            </a:r>
            <a:r>
              <a:rPr lang="en-US" altLang="ru-RU" sz="3200"/>
              <a:t> </a:t>
            </a:r>
            <a:r>
              <a:rPr lang="en-US" altLang="en-US" sz="3200"/>
              <a:t>недвижимости</a:t>
            </a:r>
            <a:endParaRPr lang="en-US" altLang="en-US" sz="3200"/>
          </a:p>
          <a:p>
            <a:r>
              <a:rPr lang="en-US" altLang="ru-RU" sz="3200"/>
              <a:t>• </a:t>
            </a:r>
            <a:r>
              <a:rPr lang="en-US" altLang="en-US" sz="3200"/>
              <a:t>Инвесторы</a:t>
            </a:r>
            <a:endParaRPr lang="en-US" altLang="en-US" sz="3200"/>
          </a:p>
          <a:p>
            <a:r>
              <a:rPr lang="en-US" altLang="ru-RU" sz="3200"/>
              <a:t>• </a:t>
            </a:r>
            <a:r>
              <a:rPr lang="en-US" altLang="en-US" sz="3200"/>
              <a:t>Риелторы</a:t>
            </a:r>
            <a:endParaRPr lang="en-US" altLang="en-US" sz="3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Итог</a:t>
            </a:r>
            <a:endParaRPr lang="en-US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Проект</a:t>
            </a:r>
            <a:r>
              <a:rPr lang="en-US" altLang="ru-RU"/>
              <a:t> </a:t>
            </a:r>
            <a:r>
              <a:rPr lang="en-US" altLang="en-US"/>
              <a:t>представляет</a:t>
            </a:r>
            <a:r>
              <a:rPr lang="en-US" altLang="ru-RU"/>
              <a:t> </a:t>
            </a:r>
            <a:r>
              <a:rPr lang="en-US" altLang="en-US"/>
              <a:t>собой</a:t>
            </a:r>
            <a:r>
              <a:rPr lang="en-US" altLang="ru-RU"/>
              <a:t> </a:t>
            </a:r>
            <a:r>
              <a:rPr lang="en-US" altLang="en-US"/>
              <a:t>комплексное</a:t>
            </a:r>
            <a:r>
              <a:rPr lang="en-US" altLang="ru-RU"/>
              <a:t> </a:t>
            </a:r>
            <a:r>
              <a:rPr lang="en-US" altLang="en-US"/>
              <a:t>решение</a:t>
            </a:r>
            <a:r>
              <a:rPr lang="en-US" altLang="ru-RU"/>
              <a:t> </a:t>
            </a:r>
            <a:r>
              <a:rPr lang="en-US" altLang="en-US"/>
              <a:t>для</a:t>
            </a:r>
            <a:r>
              <a:rPr lang="en-US" altLang="ru-RU"/>
              <a:t> </a:t>
            </a:r>
            <a:r>
              <a:rPr lang="en-US" altLang="en-US"/>
              <a:t>анализа</a:t>
            </a:r>
            <a:r>
              <a:rPr lang="en-US" altLang="ru-RU"/>
              <a:t> </a:t>
            </a:r>
            <a:r>
              <a:rPr lang="en-US" altLang="en-US"/>
              <a:t>рынка</a:t>
            </a:r>
            <a:r>
              <a:rPr lang="en-US" altLang="ru-RU"/>
              <a:t> </a:t>
            </a:r>
            <a:r>
              <a:rPr lang="en-US" altLang="en-US"/>
              <a:t>недвижимости</a:t>
            </a:r>
            <a:r>
              <a:rPr lang="en-US" altLang="ru-RU"/>
              <a:t> </a:t>
            </a:r>
            <a:r>
              <a:rPr lang="en-US" altLang="en-US"/>
              <a:t>Кемерово</a:t>
            </a:r>
            <a:r>
              <a:rPr lang="en-US" altLang="ru-RU"/>
              <a:t>, </a:t>
            </a:r>
            <a:r>
              <a:rPr lang="en-US" altLang="en-US"/>
              <a:t>сочетающее</a:t>
            </a:r>
            <a:r>
              <a:rPr lang="en-US" altLang="ru-RU"/>
              <a:t> </a:t>
            </a:r>
            <a:r>
              <a:rPr lang="en-US" altLang="en-US"/>
              <a:t>современные</a:t>
            </a:r>
            <a:r>
              <a:rPr lang="en-US" altLang="ru-RU"/>
              <a:t> </a:t>
            </a:r>
            <a:r>
              <a:rPr lang="en-US" altLang="en-US"/>
              <a:t>технологии</a:t>
            </a:r>
            <a:r>
              <a:rPr lang="en-US" altLang="ru-RU"/>
              <a:t> </a:t>
            </a:r>
            <a:r>
              <a:rPr lang="en-US" altLang="en-US"/>
              <a:t>машинного</a:t>
            </a:r>
            <a:r>
              <a:rPr lang="en-US" altLang="ru-RU"/>
              <a:t> </a:t>
            </a:r>
            <a:r>
              <a:rPr lang="en-US" altLang="en-US"/>
              <a:t>обучения</a:t>
            </a:r>
            <a:r>
              <a:rPr lang="en-US" altLang="ru-RU"/>
              <a:t> </a:t>
            </a:r>
            <a:r>
              <a:rPr lang="en-US" altLang="en-US"/>
              <a:t>с</a:t>
            </a:r>
            <a:r>
              <a:rPr lang="en-US" altLang="ru-RU"/>
              <a:t> </a:t>
            </a:r>
            <a:r>
              <a:rPr lang="en-US" altLang="en-US"/>
              <a:t>удобным</a:t>
            </a:r>
            <a:r>
              <a:rPr lang="en-US" altLang="ru-RU"/>
              <a:t> </a:t>
            </a:r>
            <a:r>
              <a:rPr lang="en-US" altLang="en-US"/>
              <a:t>телеграм</a:t>
            </a:r>
            <a:r>
              <a:rPr lang="en-US" altLang="ru-RU"/>
              <a:t>-</a:t>
            </a:r>
            <a:r>
              <a:rPr lang="en-US" altLang="en-US"/>
              <a:t>интерфейсом</a:t>
            </a:r>
            <a:r>
              <a:rPr lang="en-US" altLang="ru-RU"/>
              <a:t>.</a:t>
            </a:r>
            <a:endParaRPr lang="en-US" alt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2369</Words>
  <Application>WPS Presentation</Application>
  <PresentationFormat>宽屏</PresentationFormat>
  <Paragraphs>113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Arial</vt:lpstr>
      <vt:lpstr>SimSun</vt:lpstr>
      <vt:lpstr>Wingdings</vt:lpstr>
      <vt:lpstr>Calibri Light</vt:lpstr>
      <vt:lpstr>Arial Unicode MS</vt:lpstr>
      <vt:lpstr>Calibri</vt:lpstr>
      <vt:lpstr>Microsoft YaHei</vt:lpstr>
      <vt:lpstr>黑体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Андрей</cp:lastModifiedBy>
  <cp:revision>4</cp:revision>
  <dcterms:created xsi:type="dcterms:W3CDTF">2025-07-23T00:59:00Z</dcterms:created>
  <dcterms:modified xsi:type="dcterms:W3CDTF">2025-12-12T14:51:55Z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1049-12.2.0.23155</vt:lpwstr>
  </property>
  <property fmtid="{D5CDD505-2E9C-101B-9397-08002B2CF9AE}" pid="3" name="ICV">
    <vt:lpwstr>E9570D2E314C4FE9B5D2497FAA2293AB_13</vt:lpwstr>
  </property>
</Properties>
</file>